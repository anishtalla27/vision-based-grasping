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65760"/>
            <a:ext cx="6400800" cy="40232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Figure 1. Test accuracy with 95% object-clustered confidence intervals. The horizontal rule on the System A bar marks its 40.7% pre-correction score. 'B: round 2' is the three-seed ResNet34 mean; 'C: best of 5' needs five calls and an oracle.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re_02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65760"/>
            <a:ext cx="6400800" cy="4800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Figure 2. One test image in the shared coordinate frame. Labeled grasps are green, System A red, System B blue, and System C's five repeats orange.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m_01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365760"/>
            <a:ext cx="5029200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Figure 3. The marked image for one test object as System D saw it on the twelve-mark menu. The model chose mark 6, the end pinch along the bean, on all five repeats. Mark 10 crosses the bean at its center and passes the metric.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