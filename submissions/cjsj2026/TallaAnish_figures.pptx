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9" r:id="rId9"/>
    <p:sldId id="260" r:id="rId10"/>
    <p:sldId id="258" r:id="rId8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dc9a2bc1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dc9a2bc1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dc9a2bc1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dc9a2bc1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r>
              <a:t>Three Ways to Miss a Grasp: Figures and Tables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Anish Talla, 2026-2027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0896" y="4416552"/>
            <a:ext cx="8522208" cy="57607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rPr sz="1200"/>
              <a:t>Figure 1.	Test accuracy with 95% intervals from resampling whole objects. The line across the System A bar marks its 40.7% score before the fix. "B: round 2" is the ResNet34 average over three seeds. "C: best of 5" needs five calls and a way to know which one is right.</a:t>
            </a:r>
          </a:p>
        </p:txBody>
      </p:sp>
      <p:pic>
        <p:nvPicPr>
          <p:cNvPr id="61" name="Picture 60" descr="fig_accura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291369"/>
            <a:ext cx="6172199" cy="387953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0896" y="4416552"/>
            <a:ext cx="8522208" cy="57607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rPr sz="1200"/>
              <a:t>Table 1.	Test accuracy with 95% confidence intervals from resampling whole objects.</a:t>
            </a:r>
          </a:p>
        </p:txBody>
      </p:sp>
      <p:pic>
        <p:nvPicPr>
          <p:cNvPr id="67" name="Picture 66" descr="table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927521"/>
            <a:ext cx="6858000" cy="26072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4416552"/>
            <a:ext cx="8522208" cy="576072"/>
          </a:xfrm>
        </p:spPr>
        <p:txBody>
          <a:bodyPr/>
          <a:lstStyle/>
          <a:p>
            <a:r>
              <a:rPr sz="1200"/>
              <a:t>Figure 2.	One test photo with every system's answer. Labeled grasps are green, System A is red, System B is blue, and System C's five calls are orange.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compare_02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73736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4416552"/>
            <a:ext cx="8522208" cy="576072"/>
          </a:xfrm>
        </p:spPr>
        <p:txBody>
          <a:bodyPr/>
          <a:lstStyle/>
          <a:p>
            <a:r>
              <a:rPr sz="1200"/>
              <a:t>Figure 3.	A test photo as System D saw it, with twelve numbered candidates. GPT-4o chose mark 6, the grasp along the bean near its end, on all five calls. Mark 10 crosses the bean at its center and is correct.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som_01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173736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4416552"/>
            <a:ext cx="8522208" cy="576072"/>
          </a:xfrm>
        </p:spPr>
        <p:txBody>
          <a:bodyPr/>
          <a:lstStyle/>
          <a:p>
            <a:r>
              <a:rPr sz="1200"/>
              <a:t>Table 2.	System D on three sets of candidates. Lengthwise is the share of calls that chose a grasp closing along the object's length.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tabl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372435"/>
            <a:ext cx="6858000" cy="171740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